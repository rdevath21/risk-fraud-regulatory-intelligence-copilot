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CoCo Hackathon GCC Edition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E8F0"/>
                </a:solidFill>
                <a:latin typeface="Calibri"/>
              </a:defRPr>
            </a:pPr>
            <a:r>
              <a:t>Risk, Fraud &amp;</a:t>
            </a:r>
            <a:br/>
            <a:r>
              <a:t>Regulatory Intelligence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compliance investigation platform that surfaces risk signals,</a:t>
            </a:r>
            <a:br/>
            <a:r>
              <a:t>generates audit-ready evidence, and produces regulatory outputs</a:t>
            </a:r>
            <a:br/>
            <a:r>
              <a:t>from natural language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Snowflake Cortex AI   |   CoCo Desktop   |   Streamlit   |   MCP Server   |   Cortex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Built end-to-end with CoCo Desktop  |  33 Snowflake Objects  |  3 Cortex Agents  |  5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GitHub: github.com/rdevath21/risk-fraud-regulatory-intelligence-copilot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PROBLEM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The Problem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Industry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Banking and NBFC teams manage real-time fraud detection, liquidity risk, credit risk, and regulatory reporting (AML, Basel, local regulations). These processes are largely manual today, creating compliance gaps and investigation backlogs.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303520" cy="27432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Current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X  4-8 hours per alert for manual investigation and evidence compilation</a:t>
            </a:r>
            <a:br/>
            <a:br/>
            <a:r>
              <a:t>X  Regulatory policies scattered across dozens of documents with no unified search</a:t>
            </a:r>
            <a:br/>
            <a:br/>
            <a:r>
              <a:t>X  No audit trail for AI-assisted decisions - regulators demand explainability</a:t>
            </a:r>
            <a:br/>
            <a:br/>
            <a:r>
              <a:t>X  SAR filing backlogs: 30-day deadline often at risk due to slow evidence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AML Compliance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Triages alerts daily, investigates suspicious transactions, generates SAR evidence packages. Needs fast access to transaction data + regulatory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004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BSA Officer / Compliance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Reviews investigations, makes SAR filing decisions, reports to board. Needs governed, auditable outputs with regulatory citations.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Risk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Performs periodic reviews of investigation quality and AI usage. Needs read-only access with full audit trail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RAW Schema - 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Landing zone. Daily task (2AM UTC) generates synthetic transactions. Stream captures CDC.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alibri"/>
              </a:defRPr>
            </a:pPr>
            <a:r>
              <a:t>RAW_CUSTOMERS  |  RAW_TRANSACTIONS  |  RAW_RISK_SCORES  |  RAW_ALERTS  | 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6 Dynamic Tables (auto-refresh, 1-min lag)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TRANSFORM Schema - Business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Enrichment: amount buckets, risk flags, SLA tracking, KYC actions, pattern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DT_CUSTOMERS  |  DT_TRANSACTIONS  |  DT_RISK_ENRICHED</a:t>
            </a:r>
            <a:br/>
            <a:r>
              <a:t>DT_ALERT_ENRICHED  |  DT_SUSPICIOUS_PATTERNS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55F7"/>
                </a:solidFill>
                <a:latin typeface="Calibri"/>
              </a:defRPr>
            </a:pPr>
            <a:r>
              <a:t>Semantic View + Cortex Search + AI Functions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SEMANTIC Schema - 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Semantic view (16 dims, 4 metrics, 4 VQs) + RAG + AI_EXTRACT + AI_CLASSIFY.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55F7"/>
                </a:solidFill>
                <a:latin typeface="Calibri"/>
              </a:defRPr>
            </a:pPr>
            <a:r>
              <a:t>SV_RISK_INTELLIGENCE  |  SEARCH_SERVICE  |  AI_EXTRACT  |  AI_CLASSIFY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/>
              </a:defRPr>
            </a:pPr>
            <a:r>
              <a:t>3 Cortex Agents + MCP Server + 5 Surfaces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Application Layer - Multi-Surface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STREAMLIT  |  CORTEX AGENTS (3)  |  MCP SERVER  |  COCO SKILLS (3)  |  SLACK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COCO SKILLS &amp;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CoCo Skills &amp; Multi-Agent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Reusable CoCo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/risk-copilot-deploy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Deploys entire copilot to any Snowflake account: schemas, data, pipelines, agents, Streamlit app. Single command.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/risk-copilot-investigate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Investigates an alert or customer with RAG-backed AI evidence generation and audit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/risk-copilot-orchestrate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Coordinates 3 agents with clear handoffs: Triage -&gt; Compliance -&gt; Intelligence synthesis.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Multi-Agent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288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RISK_TRIAGE_AGENT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 Specialist - cortex_analyst_text_to_sql</a:t>
            </a:r>
            <a:br/>
            <a:r>
              <a:t>Screens alerts, pulls transactions, risk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Calibri"/>
              </a:defRPr>
            </a:pPr>
            <a:r>
              <a:t>handoff: triage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REGULATORY_COMPLIANCE_AGENT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Policy Expert - cortex_search (RAG)</a:t>
            </a:r>
            <a:br/>
            <a:r>
              <a:t>Finds applicable regulations, filing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55F7"/>
                </a:solidFill>
                <a:latin typeface="Calibri"/>
              </a:defRPr>
            </a:pPr>
            <a:r>
              <a:t>handoff: regulatory citations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5720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RISK_INTELLIGENCE_AGENT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Orchestrator - both tools combined</a:t>
            </a:r>
            <a:br/>
            <a:r>
              <a:t>Synthesizes data + regulations into evidence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SOLUTION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Signal -&gt; Evidence -&gt; Documented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Complete flow in a 5-page Streamlit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Color-coded KPI cards, severity badges, detection coverage, transaction volume trends, recent AI activity 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Alert drill-down, customer profile cards, risk score gauge, transaction timeline, one-click evidence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Regulatory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RAG-backed Q&amp;A, styled chat bubbles, source cards with citations, confidence scoring (HIGH/MED/LOW)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log of every AI action: query, RAG context, LLM response, user, timestamp. Charts +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Pipeline status, dynamic table freshness, task history, search service, agent/MCP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6 Fraud Patterns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Structuring (sub-$10k deposits)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Layering (multi-jurisdiction)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Round-Tripping (circular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Velocity Anomaly (burst activity)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Dormant Reactivation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  Shell Company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GUARDRAILS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Governed, Trustworthy AI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AI Safety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Blocks SQL injection (DROP, DELETE, TRUNCATE), enforces 1000-char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Topic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Warns when questions fall outside risk/fraud/compliance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47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HIGH/MEDIUM/LOW based on regulatory citation count in LLM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RAG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79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LLM uses ONLY provided regulatory context. Flags uncertainty explicitly.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Low Confidence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warned to verify against source documents when citations sparse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42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Cortex API failures return user-friendly messages, never raw 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Data Governance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8288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RBAC - 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RISK_ANALYST: Investigate + generate evidence</a:t>
            </a:r>
            <a:br/>
            <a:r>
              <a:t>RISK_AUDITOR: Read-only access +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01752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PII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383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Dynamic Masking: PII_MASK policy on name, email, phone</a:t>
            </a:r>
            <a:br/>
            <a:r>
              <a:t>Semantic Tags: SNOWFLAKE.CORE.SEMANTIC_CATEGORY</a:t>
            </a:r>
            <a:br/>
            <a:r>
              <a:t>RISK_AUDITOR sees: ***MASKED***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389120"/>
            <a:ext cx="502920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Complete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AI interaction logged: action type, alert ID, user query, RAG context, LLM response, user, timestamp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486400"/>
            <a:ext cx="5029200" cy="82296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Human-in-the-Loop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outputs are advisory only. Human investigator must review and approve before SAR filing.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IMPACT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Measurable Impact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/>
              </a:defRPr>
            </a:pPr>
            <a:r>
              <a:t>Faster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4-8 hours -&gt; 30-45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Audit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Every AI interaction logged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55F7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/>
              </a:defRPr>
            </a:pPr>
            <a:r>
              <a:t>More Alerts Processed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Same team, 5x throughput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/>
              </a:defRPr>
            </a:pPr>
            <a:r>
              <a:t>Data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native in Snowflake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Manual regulatory document search (30+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Instant RAG-powered policy lookup with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Copy-paste evidence from 5+ systems into Word doc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977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One-click structured evidence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No audit trail for AI-assisted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Full explainability: query + context + response logged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Siloed tools: email, spreadsheets, document folders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166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5 unified surfaces: Streamlit, Agent, CoCo, MCP, Slack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SCALABILITY &amp; EXTENSIBILITY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Production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Dynamic tables handle millions of txns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New Regulations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AI_EXTRACT + AI_CLASSIFY auto-process new 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Single-Script 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deploy_all.sql - paste and run on any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COCO USAGE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Built 100% with CoCo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model, ontology, workflow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SQL, Python, YAML authored in 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SQL run, app deployed, tasks scheduled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validation tests + guardrail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1069848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Hackathon Criteria - All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Synthetic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Data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Semantic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Streamlit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MCP 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Document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Reusable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Automations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Multi-Agent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Multi-Surface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  Slack 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Snowflake Objects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Cortex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Access Surfaces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Cortex AI Functions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E8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GitHub: github.com/rdevath21/risk-fraud-regulatory-intelligence-copilot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Single-script deployment: deploy/deploy_all.sql  |  Streamlit: RISK_COPILOT.PUBLIC.RISK_FRAUD_COPILOT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